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56" r:id="rId5"/>
    <p:sldId id="257" r:id="rId6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28162-9D0D-963F-F213-52FA8CDC0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A2127E-F434-288C-F298-161076CE4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AC9A86-4CB0-318D-B70C-821CDE5A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A3BF-31A1-493A-9CC6-23FAD4AC5251}" type="datetimeFigureOut">
              <a:rPr lang="es-VE" smtClean="0"/>
              <a:t>28/9/2026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634AD6-B2B0-D997-CA4A-F7ABAE4BA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55D97E-3BE0-6019-4366-699A8106D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E9A-BBBB-4728-B98E-276A5624801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58432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93453-9F66-3CCC-41B2-516D265D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75B43D-C8CE-EFEB-3ECE-6DE0D1398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0604A7-8DA3-A5B4-2089-F28F890E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A3BF-31A1-493A-9CC6-23FAD4AC5251}" type="datetimeFigureOut">
              <a:rPr lang="es-VE" smtClean="0"/>
              <a:t>28/9/2026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A1258A-E812-DFED-35AE-AF16A65F0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90625A-D725-FAF3-1A86-96D24F5F0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E9A-BBBB-4728-B98E-276A5624801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44573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FA2214-6200-8148-40A8-C6B01FE18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B5EF6C-8982-8C04-08BD-54E9FE9DD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85FC4C-CED3-FE46-4766-71250F78F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A3BF-31A1-493A-9CC6-23FAD4AC5251}" type="datetimeFigureOut">
              <a:rPr lang="es-VE" smtClean="0"/>
              <a:t>28/9/2026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868583-0836-ACAB-74DB-F5CB26079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4A041B-45D4-4B87-8193-0560F784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E9A-BBBB-4728-B98E-276A5624801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1350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A3519-13AD-31D2-00B2-B3A4F5EFA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F9A7C8-3FBB-DD79-9208-3F9EA3090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5DF6C2-8234-A12B-B3E4-37C8C4CD2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3F5E37-5C47-4327-C766-867D24B6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A3BF-31A1-493A-9CC6-23FAD4AC5251}" type="datetimeFigureOut">
              <a:rPr lang="es-VE" smtClean="0"/>
              <a:t>28/9/2026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1F900C-77E0-A375-833A-8DA915328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0A7BF6-ED8F-684F-52D8-0F0A0C008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E9A-BBBB-4728-B98E-276A5624801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87704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834B1-97A6-EAF4-97C0-83059099D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E52581-DABD-357A-B685-F7476607B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A2575D-E7C8-CAE6-E78F-2A69792E4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270C32-5DB6-73BE-DF11-D59C9A7788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2D56420-2D05-C870-A2B5-CAD629362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DDE5CB3-4398-7A16-FB1F-96CB22ACD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A3BF-31A1-493A-9CC6-23FAD4AC5251}" type="datetimeFigureOut">
              <a:rPr lang="es-VE" smtClean="0"/>
              <a:t>28/9/2026</a:t>
            </a:fld>
            <a:endParaRPr lang="es-V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434426-4294-EF0C-85B0-3C5EE2531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ECC4435-5A93-A660-BB2A-9A2446B88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E9A-BBBB-4728-B98E-276A5624801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6687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6EB3A-60B7-AD90-CDFC-2889A2836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654E6FA-4D6F-7D0C-0412-C67134E8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A3BF-31A1-493A-9CC6-23FAD4AC5251}" type="datetimeFigureOut">
              <a:rPr lang="es-VE" smtClean="0"/>
              <a:t>28/9/2026</a:t>
            </a:fld>
            <a:endParaRPr lang="es-V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F08F7DE-F1F8-44DE-970D-A11BDA1F7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66BFBEE-6E16-8A13-4B9F-0F1707A1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E9A-BBBB-4728-B98E-276A5624801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83388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4EFF7E-9732-3435-C9D5-66D1EB121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A3BF-31A1-493A-9CC6-23FAD4AC5251}" type="datetimeFigureOut">
              <a:rPr lang="es-VE" smtClean="0"/>
              <a:t>28/9/2026</a:t>
            </a:fld>
            <a:endParaRPr lang="es-V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289393-A8A4-2141-2DCA-03A6A93B8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E4FC51D-9600-9E24-4B5D-726BB37C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E9A-BBBB-4728-B98E-276A5624801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6215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04902-6B63-9DFE-6CA5-F1E40F2D9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71D8F1-40C3-787C-E846-BBD88443D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4F1F34-552E-9425-9ADB-A093C4BD1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BE0EE3-5265-956F-1EAF-3FFEF0849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A3BF-31A1-493A-9CC6-23FAD4AC5251}" type="datetimeFigureOut">
              <a:rPr lang="es-VE" smtClean="0"/>
              <a:t>28/9/2026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1FEC9C-D3D1-78BF-D539-0C13D3689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7BA-C6EF-4465-090F-2B25B4798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E9A-BBBB-4728-B98E-276A5624801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89483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FB316-F5A6-A3C8-3C3B-9C4C5B0D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8144EAD-5399-5499-6B8F-5F015E50C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E82A950-4E5F-E6D4-8F30-488019250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1C7FFF-B442-6D97-E0B4-8BD44B605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A3BF-31A1-493A-9CC6-23FAD4AC5251}" type="datetimeFigureOut">
              <a:rPr lang="es-VE" smtClean="0"/>
              <a:t>28/9/2026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464FA3-6DDE-D0A9-5B1A-D61AB49ED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84B2B7-CF05-0869-DB51-BD90E18BA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E9A-BBBB-4728-B98E-276A5624801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0488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68517-CBFE-AA8C-0A69-AD51F3CE7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99D992-CC3A-1946-EEEC-18CEB3196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9EE955-0850-5ADA-4263-3FCCC8E24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A3BF-31A1-493A-9CC6-23FAD4AC5251}" type="datetimeFigureOut">
              <a:rPr lang="es-VE" smtClean="0"/>
              <a:t>28/9/2026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66BA76-3149-B4F3-71AD-ADA6921D0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DADAB6-57C8-EDC6-E150-6F725732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E9A-BBBB-4728-B98E-276A5624801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82257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84500D-04B2-55CF-3ECB-D589E6279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987A5A-4890-FEC2-B91C-7BAF4410D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2F7E2E-AA1F-3D56-1E21-9E0393940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A3BF-31A1-493A-9CC6-23FAD4AC5251}" type="datetimeFigureOut">
              <a:rPr lang="es-VE" smtClean="0"/>
              <a:t>28/9/2026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4A6ABF-5711-79CA-3D9E-1EDF40CE4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A812E8-AC82-A732-F9D6-4F33BB0CD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E9A-BBBB-4728-B98E-276A5624801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79675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CF9DE8-F8AF-C7D1-6EC8-4A6962B4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A50EB1-2B0A-E0D3-205B-CA61AF5D6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B26B13-D7B2-7436-F8BB-C167FBC0C2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A7A3BF-31A1-493A-9CC6-23FAD4AC5251}" type="datetimeFigureOut">
              <a:rPr lang="es-VE" smtClean="0"/>
              <a:t>28/9/2026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A6137E-8831-F1C2-5126-87B37EB46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41BA8F-22B8-C00A-6920-C3022CFCD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C25E9A-BBBB-4728-B98E-276A5624801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44196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B640161-6853-7BF1-8ABC-D264D4434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401" y="0"/>
            <a:ext cx="46089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572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824A248-3C96-6C09-5CE9-A92B1BC43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109" y="0"/>
            <a:ext cx="8863781" cy="6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6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8749062-99D7-DC65-0800-FB7B29133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682" y="0"/>
            <a:ext cx="85006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991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204785F-D019-DD90-CAA5-97C632587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015" y="266824"/>
            <a:ext cx="8349969" cy="632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25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3CA8E64-3494-6342-8C78-B9FA7DA4422A}"/>
              </a:ext>
            </a:extLst>
          </p:cNvPr>
          <p:cNvSpPr txBox="1"/>
          <p:nvPr/>
        </p:nvSpPr>
        <p:spPr>
          <a:xfrm>
            <a:off x="2387600" y="335846"/>
            <a:ext cx="67564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Hay tres puntos donde vale la pena detenerse antes de construir:</a:t>
            </a:r>
          </a:p>
          <a:p>
            <a:endParaRPr lang="es-MX" dirty="0"/>
          </a:p>
          <a:p>
            <a:r>
              <a:rPr lang="es-MX" dirty="0"/>
              <a:t>Modo offline del chofer. Los choferes operan en zonas con cobertura variable. La app móvil debe guardar fotos y acciones en cola local (SQLite con Expo SQLite) y sincronizar cuando recupere señal. Si no se resuelve esto desde el inicio, los datos se pierden justo como pasa hoy con el </a:t>
            </a:r>
            <a:r>
              <a:rPr lang="es-MX" dirty="0" err="1"/>
              <a:t>papel.OCR</a:t>
            </a:r>
            <a:r>
              <a:rPr lang="es-MX" dirty="0"/>
              <a:t> vs. entrada manual como </a:t>
            </a:r>
            <a:r>
              <a:rPr lang="es-MX" dirty="0" err="1"/>
              <a:t>fallback</a:t>
            </a:r>
            <a:r>
              <a:rPr lang="es-MX" dirty="0"/>
              <a:t>. </a:t>
            </a:r>
          </a:p>
          <a:p>
            <a:endParaRPr lang="es-MX" dirty="0"/>
          </a:p>
          <a:p>
            <a:r>
              <a:rPr lang="es-MX" dirty="0"/>
              <a:t>El OCR de manifiestos no va a tener 100% de precisión con todos los formatos de empresas como </a:t>
            </a:r>
            <a:r>
              <a:rPr lang="es-MX" dirty="0" err="1"/>
              <a:t>All</a:t>
            </a:r>
            <a:r>
              <a:rPr lang="es-MX" dirty="0"/>
              <a:t> </a:t>
            </a:r>
            <a:r>
              <a:rPr lang="es-MX" dirty="0" err="1"/>
              <a:t>Freight</a:t>
            </a:r>
            <a:r>
              <a:rPr lang="es-MX" dirty="0"/>
              <a:t> o UPS. Se necesita una pantalla de confirmación donde el chofer pueda corregir los datos extraídos antes de confirmar. Automatización primero, verificación humana como </a:t>
            </a:r>
            <a:r>
              <a:rPr lang="es-MX" dirty="0" err="1"/>
              <a:t>respaldo.Acceso</a:t>
            </a:r>
            <a:r>
              <a:rPr lang="es-MX" dirty="0"/>
              <a:t> del cliente externo. </a:t>
            </a:r>
          </a:p>
          <a:p>
            <a:endParaRPr lang="es-MX" dirty="0"/>
          </a:p>
          <a:p>
            <a:r>
              <a:rPr lang="es-MX" dirty="0"/>
              <a:t>El modelo de negocio implica que los clientes (</a:t>
            </a:r>
            <a:r>
              <a:rPr lang="es-MX" dirty="0" err="1"/>
              <a:t>All</a:t>
            </a:r>
            <a:r>
              <a:rPr lang="es-MX" dirty="0"/>
              <a:t> </a:t>
            </a:r>
            <a:r>
              <a:rPr lang="es-MX" dirty="0" err="1"/>
              <a:t>Freight</a:t>
            </a:r>
            <a:r>
              <a:rPr lang="es-MX" dirty="0"/>
              <a:t>, UPS) necesiten ver evidencias de entrega. Conviene desde el diseño inicial contemplar un portal de solo lectura con enlace por token (sin </a:t>
            </a:r>
            <a:r>
              <a:rPr lang="es-MX" dirty="0" err="1"/>
              <a:t>login</a:t>
            </a:r>
            <a:r>
              <a:rPr lang="es-MX" dirty="0"/>
              <a:t>) para compartir el status de una ruta específica, en lugar de darles acceso completo </a:t>
            </a:r>
            <a:r>
              <a:rPr lang="es-MX"/>
              <a:t>al sistema.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6558351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190</Words>
  <Application>Microsoft Office PowerPoint</Application>
  <PresentationFormat>Panorámica</PresentationFormat>
  <Paragraphs>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Jaime Montañez</dc:creator>
  <cp:lastModifiedBy>Jaime Montañez</cp:lastModifiedBy>
  <cp:revision>3</cp:revision>
  <dcterms:created xsi:type="dcterms:W3CDTF">2026-09-28T17:26:48Z</dcterms:created>
  <dcterms:modified xsi:type="dcterms:W3CDTF">2026-09-28T19:53:21Z</dcterms:modified>
</cp:coreProperties>
</file>